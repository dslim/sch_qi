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6" r:id="rId3"/>
    <p:sldId id="26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514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pos="234" userDrawn="1">
          <p15:clr>
            <a:srgbClr val="A4A3A4"/>
          </p15:clr>
        </p15:guide>
        <p15:guide id="5" orient="horz" pos="300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468" y="108"/>
      </p:cViewPr>
      <p:guideLst>
        <p:guide orient="horz" pos="2160"/>
        <p:guide pos="7514"/>
        <p:guide pos="3940"/>
        <p:guide pos="234"/>
        <p:guide orient="horz" pos="30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28996-76AB-4EEC-B8A2-E5F6960D5750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249B8-E7F2-4013-BD51-B13E409CF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0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 </a:t>
            </a:r>
            <a:r>
              <a:rPr lang="en-US" altLang="ko-KR" dirty="0"/>
              <a:t>: </a:t>
            </a:r>
            <a:r>
              <a:rPr lang="ko-KR" altLang="en-US" dirty="0"/>
              <a:t>관리자</a:t>
            </a:r>
            <a:r>
              <a:rPr lang="en-US" altLang="ko-KR" dirty="0"/>
              <a:t>(</a:t>
            </a:r>
            <a:r>
              <a:rPr lang="ko-KR" altLang="en-US" dirty="0"/>
              <a:t>공지등록자</a:t>
            </a:r>
            <a:r>
              <a:rPr lang="en-US" altLang="ko-KR" dirty="0"/>
              <a:t>), </a:t>
            </a:r>
            <a:r>
              <a:rPr lang="ko-KR" altLang="en-US" dirty="0"/>
              <a:t>일반사용자</a:t>
            </a:r>
            <a:r>
              <a:rPr lang="en-US" altLang="ko-KR" dirty="0"/>
              <a:t>(</a:t>
            </a:r>
            <a:r>
              <a:rPr lang="ko-KR" altLang="en-US" dirty="0"/>
              <a:t>공지수신인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관리자는 공지사항을 등록할 수 있고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249B8-E7F2-4013-BD51-B13E409CF6A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467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5EFB-5667-22F6-0AA2-B22FF2D2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DCC94D-0190-B5EC-9D44-DF5E8D38D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6C26FA-D0B3-54D1-0192-8E96AFB28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 </a:t>
            </a:r>
            <a:r>
              <a:rPr lang="en-US" altLang="ko-KR" dirty="0"/>
              <a:t>: </a:t>
            </a:r>
            <a:r>
              <a:rPr lang="ko-KR" altLang="en-US" dirty="0"/>
              <a:t>관리자</a:t>
            </a:r>
            <a:r>
              <a:rPr lang="en-US" altLang="ko-KR" dirty="0"/>
              <a:t>(</a:t>
            </a:r>
            <a:r>
              <a:rPr lang="ko-KR" altLang="en-US" dirty="0"/>
              <a:t>공지등록자</a:t>
            </a:r>
            <a:r>
              <a:rPr lang="en-US" altLang="ko-KR" dirty="0"/>
              <a:t>), </a:t>
            </a:r>
            <a:r>
              <a:rPr lang="ko-KR" altLang="en-US" dirty="0"/>
              <a:t>일반사용자</a:t>
            </a:r>
            <a:r>
              <a:rPr lang="en-US" altLang="ko-KR" dirty="0"/>
              <a:t>(</a:t>
            </a:r>
            <a:r>
              <a:rPr lang="ko-KR" altLang="en-US" dirty="0"/>
              <a:t>공지수신인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관리자는 공지사항을 등록할 수 있고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1AB30-6E4A-66F0-9A91-C703E6E04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249B8-E7F2-4013-BD51-B13E409CF6A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4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84974-F4F3-6C37-D1A2-3255B0B0C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D970AD-B695-A618-E596-313E2D8D6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FD64D-23BC-86CF-AFEE-09DDEC91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C1DE4-EF40-84CB-D4ED-DC1FDD3E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C8BF8-2799-C4D7-3B23-C5E0825C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52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1AEDE-5772-948D-7F88-1EDB1E98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0F431-3E4C-17F2-3FCF-FC90B238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B0770B-8B5A-85F3-4CA5-8588054A7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242123-D529-7971-1CD6-C52B5EF6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33BAD-E22A-A4B2-16E2-8409CB07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588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CF96E-884C-DF26-4312-1DD95AC7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9F5B21-2B0E-048A-178F-EB00B4A69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F8DF29-AB54-955D-E239-6DBD1F4F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8C8F8-B432-53D7-0793-661E68DA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AF3B8-96AB-95CB-D69C-463657C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73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4B249-6744-48B4-C8A4-4A475A70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7801F4-05ED-7A88-BDB7-5B9C996D0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E8D33F-77BC-ABB2-0B4E-B6BFA6150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4FB8B3-1B8D-60B2-7B99-CC9BEC29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CEF0C2-AF53-E281-771D-163DD7B5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28CA57-4979-1125-73CB-16E5472A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73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A27D-74A9-1E2A-FDBF-F34FC7E82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F0CDF4-946B-3BC0-5352-AF5001E1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B51CB8-C0A3-B086-5CA9-BE1CBE459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2489F0-0A2A-E733-41FF-143084E98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B79C44-1B29-A900-5ED5-CB983455E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B40DE4-C3B7-CB54-5178-CE9AC48F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1C544E-D0D3-5C9F-DC34-41BA2ECE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ACB189-851A-B67B-C414-C9BDAFD5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496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340E1-0807-E4FA-0380-B35C31EF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1FA731-0C52-96A8-384E-CE7EBD61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B8F724-097A-2DF1-8ED0-46B24EC3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6AD766-2C00-179B-1507-73466AB8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17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D78FF8-FF89-EFF7-4253-885AC6EA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CD28F4-98BA-1E72-FF5B-600A708C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33022-5CB5-A636-A177-08F4FB99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9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F23A4-C62D-B900-168E-3EC928F8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4A1C4-FD8C-008E-E490-9D8D4AB6C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E25882-F248-9D17-D449-A9DFE4E23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5B35A7-3CD6-1CD7-9891-42F8DB66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26BA35-F4B7-AF5B-43E0-4F3A7943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E9787E-3181-F7B4-AE9B-B1974919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82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66062-9AB8-48A9-D350-FDBB7557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4E1B99-BA90-1266-9F96-3822F12E5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338478-B19D-E76D-A44E-4BA830C8D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A2D97E-9231-FC27-3BE1-8C77B6AD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DE6B55-AED6-6458-F53E-2E5E39284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FECF22-3E57-3853-DA5B-E28EF201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90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4F986-F53B-2147-6CD6-D1B73EE2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FC17C7-95B3-6EC1-C16C-ACF6E0DB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B962E4-0A65-C9A0-ED6F-BA04217D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3A4A77-2DB9-9196-C346-2591E59D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E32C8-028B-F703-30D7-4687EE0C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47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8F6B62-2539-D07B-8A6E-FCE0E9BE8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7E44D6-BF02-3D2D-336E-2419AFEEF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FA44B-C043-2143-C05A-34EAA15E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5E521-9B65-F7DE-A629-5A99889A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E8803-A507-8658-F1AA-769F632A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20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C106AE-376E-A38E-1787-0AE311B4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6B5332-9A63-521E-3A43-BC7CD57E1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7C234-9B13-3B67-580C-46D0232E1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882CF-AC0D-4E57-855A-D43B4601F3D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8FBB3-BE08-5B94-09F2-BB53EE815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8BFAEB-7940-7865-8E72-3DEEAC3AC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3690E-7B4D-4189-ACBA-9A1396E51B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71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410B04-27C9-465E-2CF0-BECBD2950839}"/>
              </a:ext>
            </a:extLst>
          </p:cNvPr>
          <p:cNvSpPr txBox="1"/>
          <p:nvPr/>
        </p:nvSpPr>
        <p:spPr>
          <a:xfrm>
            <a:off x="4488874" y="2372484"/>
            <a:ext cx="786512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index.html</a:t>
            </a:r>
            <a:endParaRPr lang="ko-KR" alt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53EA4-3B57-02E8-8EE6-4E4DF77F7EF6}"/>
              </a:ext>
            </a:extLst>
          </p:cNvPr>
          <p:cNvSpPr txBox="1"/>
          <p:nvPr/>
        </p:nvSpPr>
        <p:spPr>
          <a:xfrm>
            <a:off x="5275386" y="3765032"/>
            <a:ext cx="1299132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noti_mng_list.html</a:t>
            </a:r>
            <a:endParaRPr lang="ko-KR" altLang="en-US" sz="9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9831248-4925-1096-DBDD-AB31D0E1166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882130" y="2603316"/>
            <a:ext cx="1042822" cy="1161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B85628-4A95-D34F-9F7D-9E7CF2E3292E}"/>
              </a:ext>
            </a:extLst>
          </p:cNvPr>
          <p:cNvSpPr txBox="1"/>
          <p:nvPr/>
        </p:nvSpPr>
        <p:spPr>
          <a:xfrm>
            <a:off x="5096342" y="2455135"/>
            <a:ext cx="7865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로그인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7B7A5DF-DB2C-1325-0D45-E99E39F8B5C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3452980" y="2603316"/>
            <a:ext cx="1429150" cy="1163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9F3D2E-FB59-A92A-9D84-AEDC06D1A4CA}"/>
              </a:ext>
            </a:extLst>
          </p:cNvPr>
          <p:cNvSpPr txBox="1"/>
          <p:nvPr/>
        </p:nvSpPr>
        <p:spPr>
          <a:xfrm>
            <a:off x="2743200" y="3766937"/>
            <a:ext cx="1419560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recv_noti_list.html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5B0EC-FFD2-AA38-5FB7-279CC5BA4E84}"/>
              </a:ext>
            </a:extLst>
          </p:cNvPr>
          <p:cNvSpPr txBox="1"/>
          <p:nvPr/>
        </p:nvSpPr>
        <p:spPr>
          <a:xfrm>
            <a:off x="5364907" y="2953342"/>
            <a:ext cx="7865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관리자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1FB09-99F3-42E5-45C6-BB962AECA739}"/>
              </a:ext>
            </a:extLst>
          </p:cNvPr>
          <p:cNvSpPr txBox="1"/>
          <p:nvPr/>
        </p:nvSpPr>
        <p:spPr>
          <a:xfrm>
            <a:off x="3460974" y="2953342"/>
            <a:ext cx="7865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일반사용자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50B4963-9932-7283-E8D2-62710D2B9F11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6574518" y="3874687"/>
            <a:ext cx="885624" cy="5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480F32-459B-7701-88A6-956973AB57FB}"/>
              </a:ext>
            </a:extLst>
          </p:cNvPr>
          <p:cNvSpPr txBox="1"/>
          <p:nvPr/>
        </p:nvSpPr>
        <p:spPr>
          <a:xfrm>
            <a:off x="6459417" y="3624038"/>
            <a:ext cx="11088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공지등록 및 상세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037999-1C6F-E30D-1FB8-264DB5788EB0}"/>
              </a:ext>
            </a:extLst>
          </p:cNvPr>
          <p:cNvSpPr txBox="1"/>
          <p:nvPr/>
        </p:nvSpPr>
        <p:spPr>
          <a:xfrm>
            <a:off x="7460142" y="3759271"/>
            <a:ext cx="1336429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noti_mng_detail.html</a:t>
            </a:r>
            <a:endParaRPr lang="ko-KR" alt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60868-0EF6-FDE1-C0C0-CA400DC14B0A}"/>
              </a:ext>
            </a:extLst>
          </p:cNvPr>
          <p:cNvSpPr txBox="1"/>
          <p:nvPr/>
        </p:nvSpPr>
        <p:spPr>
          <a:xfrm>
            <a:off x="2778369" y="4576171"/>
            <a:ext cx="1349222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recv_noti_detail.html</a:t>
            </a:r>
            <a:endParaRPr lang="ko-KR" altLang="en-US" sz="9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2068CD7-A134-9BE2-810B-0F58BCFA6CA4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452980" y="3997769"/>
            <a:ext cx="0" cy="578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762C0ED-7CB9-B931-F18F-AAC353C3F18B}"/>
              </a:ext>
            </a:extLst>
          </p:cNvPr>
          <p:cNvSpPr txBox="1"/>
          <p:nvPr/>
        </p:nvSpPr>
        <p:spPr>
          <a:xfrm>
            <a:off x="7568311" y="4345339"/>
            <a:ext cx="1120090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set_receiver.html</a:t>
            </a:r>
            <a:endParaRPr lang="ko-KR" altLang="en-US" sz="900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C9D048D-9F8C-144A-C680-2A59821853A1}"/>
              </a:ext>
            </a:extLst>
          </p:cNvPr>
          <p:cNvCxnSpPr>
            <a:cxnSpLocks/>
            <a:stCxn id="19" idx="2"/>
            <a:endCxn id="41" idx="0"/>
          </p:cNvCxnSpPr>
          <p:nvPr/>
        </p:nvCxnSpPr>
        <p:spPr>
          <a:xfrm flipH="1">
            <a:off x="8128356" y="3990103"/>
            <a:ext cx="1" cy="355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F10BE6A-D87D-563C-B22F-E96246629106}"/>
              </a:ext>
            </a:extLst>
          </p:cNvPr>
          <p:cNvSpPr txBox="1"/>
          <p:nvPr/>
        </p:nvSpPr>
        <p:spPr>
          <a:xfrm>
            <a:off x="8029243" y="4056138"/>
            <a:ext cx="8664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수신인 지정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88845F-3455-100D-ED96-8ABEF9B494A8}"/>
              </a:ext>
            </a:extLst>
          </p:cNvPr>
          <p:cNvSpPr txBox="1"/>
          <p:nvPr/>
        </p:nvSpPr>
        <p:spPr>
          <a:xfrm>
            <a:off x="372727" y="140677"/>
            <a:ext cx="675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페이지 구성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F5043A-DFC0-8693-E890-B5BB43DF9D04}"/>
              </a:ext>
            </a:extLst>
          </p:cNvPr>
          <p:cNvSpPr txBox="1"/>
          <p:nvPr/>
        </p:nvSpPr>
        <p:spPr>
          <a:xfrm>
            <a:off x="9413630" y="4345339"/>
            <a:ext cx="1349221" cy="2308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receiver_state.html</a:t>
            </a:r>
            <a:endParaRPr lang="ko-KR" altLang="en-US" sz="900" dirty="0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8A381399-87F9-2DD4-F947-59568516FC50}"/>
              </a:ext>
            </a:extLst>
          </p:cNvPr>
          <p:cNvCxnSpPr>
            <a:stCxn id="19" idx="3"/>
            <a:endCxn id="66" idx="0"/>
          </p:cNvCxnSpPr>
          <p:nvPr/>
        </p:nvCxnSpPr>
        <p:spPr>
          <a:xfrm>
            <a:off x="8796571" y="3874687"/>
            <a:ext cx="1291670" cy="470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362BC45-96F4-2431-2EB0-578DD78DC4BC}"/>
              </a:ext>
            </a:extLst>
          </p:cNvPr>
          <p:cNvSpPr txBox="1"/>
          <p:nvPr/>
        </p:nvSpPr>
        <p:spPr>
          <a:xfrm>
            <a:off x="9101369" y="3825306"/>
            <a:ext cx="8664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수신인 현황</a:t>
            </a:r>
          </a:p>
        </p:txBody>
      </p:sp>
    </p:spTree>
    <p:extLst>
      <p:ext uri="{BB962C8B-B14F-4D97-AF65-F5344CB8AC3E}">
        <p14:creationId xmlns:p14="http://schemas.microsoft.com/office/powerpoint/2010/main" val="287595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그림 68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FE61CE-1DAB-BEE4-FA76-583F217FC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98" y="1205345"/>
            <a:ext cx="2052604" cy="4447310"/>
          </a:xfrm>
          <a:prstGeom prst="rect">
            <a:avLst/>
          </a:prstGeom>
        </p:spPr>
      </p:pic>
      <p:pic>
        <p:nvPicPr>
          <p:cNvPr id="71" name="그림 7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A0C0D0-804C-264E-42BE-D2F468223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858" y="1205345"/>
            <a:ext cx="2052604" cy="4447310"/>
          </a:xfrm>
          <a:prstGeom prst="rect">
            <a:avLst/>
          </a:prstGeom>
        </p:spPr>
      </p:pic>
      <p:pic>
        <p:nvPicPr>
          <p:cNvPr id="73" name="그림 7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5D353C-CC92-0FCD-C89B-FE9A4816F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118" y="1205345"/>
            <a:ext cx="1899958" cy="4447310"/>
          </a:xfrm>
          <a:prstGeom prst="rect">
            <a:avLst/>
          </a:prstGeom>
        </p:spPr>
      </p:pic>
      <p:pic>
        <p:nvPicPr>
          <p:cNvPr id="75" name="그림 7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416E3E-467E-55FA-ECA9-50807549A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732" y="1205345"/>
            <a:ext cx="2052604" cy="444731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0474B07-B70F-BFC1-2233-C327959F5D93}"/>
              </a:ext>
            </a:extLst>
          </p:cNvPr>
          <p:cNvSpPr txBox="1"/>
          <p:nvPr/>
        </p:nvSpPr>
        <p:spPr>
          <a:xfrm>
            <a:off x="372727" y="140677"/>
            <a:ext cx="675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관리자용 </a:t>
            </a:r>
            <a:r>
              <a:rPr lang="en-US" altLang="ko-KR" dirty="0"/>
              <a:t>( </a:t>
            </a:r>
            <a:r>
              <a:rPr lang="ko-KR" altLang="en-US" dirty="0"/>
              <a:t>아이디 </a:t>
            </a:r>
            <a:r>
              <a:rPr lang="en-US" altLang="ko-KR" dirty="0"/>
              <a:t>: “admin” / </a:t>
            </a:r>
            <a:r>
              <a:rPr lang="ko-KR" altLang="en-US" dirty="0"/>
              <a:t>비번 상관</a:t>
            </a:r>
            <a:r>
              <a:rPr lang="en-US" altLang="ko-KR" dirty="0"/>
              <a:t>X )</a:t>
            </a:r>
            <a:endParaRPr lang="ko-KR" altLang="en-US" dirty="0"/>
          </a:p>
        </p:txBody>
      </p:sp>
      <p:pic>
        <p:nvPicPr>
          <p:cNvPr id="83" name="그림 8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B312B8-5BB9-0222-A983-2158ABB98C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0968"/>
          <a:stretch>
            <a:fillRect/>
          </a:stretch>
        </p:blipFill>
        <p:spPr>
          <a:xfrm>
            <a:off x="9533992" y="1205345"/>
            <a:ext cx="2051224" cy="44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0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263E-1CE6-96C9-732E-83ECD19E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7D14BE-CA60-5CEE-CE9D-FD461912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61" y="476250"/>
            <a:ext cx="2725616" cy="5905500"/>
          </a:xfrm>
          <a:prstGeom prst="rect">
            <a:avLst/>
          </a:prstGeom>
        </p:spPr>
      </p:pic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EB50C8-A282-C7D4-8715-E735ED081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208" y="476250"/>
            <a:ext cx="2725616" cy="5905500"/>
          </a:xfrm>
          <a:prstGeom prst="rect">
            <a:avLst/>
          </a:prstGeom>
        </p:spPr>
      </p:pic>
      <p:pic>
        <p:nvPicPr>
          <p:cNvPr id="7" name="그림 6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F37143-9EFD-9366-9026-D14928A8E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255" y="476250"/>
            <a:ext cx="2725616" cy="5905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DF71A-D06B-5D3B-A8CB-B30D23629C1F}"/>
              </a:ext>
            </a:extLst>
          </p:cNvPr>
          <p:cNvSpPr txBox="1"/>
          <p:nvPr/>
        </p:nvSpPr>
        <p:spPr>
          <a:xfrm>
            <a:off x="372727" y="140677"/>
            <a:ext cx="675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일반사용자용 </a:t>
            </a:r>
            <a:r>
              <a:rPr lang="en-US" altLang="ko-KR" dirty="0"/>
              <a:t>( </a:t>
            </a:r>
            <a:r>
              <a:rPr lang="ko-KR" altLang="en-US" dirty="0"/>
              <a:t>아이디 </a:t>
            </a:r>
            <a:r>
              <a:rPr lang="en-US" altLang="ko-KR" dirty="0"/>
              <a:t>: “user”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비번 상관</a:t>
            </a:r>
            <a:r>
              <a:rPr lang="en-US" altLang="ko-KR" dirty="0"/>
              <a:t>X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33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109</Words>
  <Application>Microsoft Office PowerPoint</Application>
  <PresentationFormat>와이드스크린</PresentationFormat>
  <Paragraphs>22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성민 임</cp:lastModifiedBy>
  <cp:revision>10</cp:revision>
  <dcterms:created xsi:type="dcterms:W3CDTF">2026-01-05T14:46:03Z</dcterms:created>
  <dcterms:modified xsi:type="dcterms:W3CDTF">2026-01-05T16:33:45Z</dcterms:modified>
</cp:coreProperties>
</file>